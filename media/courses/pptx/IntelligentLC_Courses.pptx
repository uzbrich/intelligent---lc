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5C0000">
              <a:alpha val="70000"/>
            </a:srgbClr>
          </a:solidFill>
          <a:ln w="12700">
            <a:solidFill>
              <a:srgbClr val="5C0000"/>
            </a:solidFill>
            <a:prstDash val="solid"/>
          </a:ln>
        </p:spPr>
      </p:sp>
      <p:pic>
        <p:nvPicPr>
          <p:cNvPr id="11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502920"/>
            <a:ext cx="2560320" cy="2560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371600" y="3246120"/>
            <a:ext cx="64008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IS IMPOSSIBLE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1371600" y="4023360"/>
            <a:ext cx="64008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LEARNING CENTRE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Catalogue &amp; Pricing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INGLIZ TILI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Language Courses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56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IMPOSSIBLE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11612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300.000 so'm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365760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 · Oxford Press · CEFR C1/IELTS 7+ Ustoz · Bepul tadbirlar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18688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18688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55848" y="11612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English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Beginner–Intermediate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401568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10128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350.000 so'm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3310128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401568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10128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401568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 · Oxford Press · CEFR C1/IELTS 7+ Ustoz · Bepul tadbirlar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163056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63056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0216" y="1161288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English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Upper–Advanced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345936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54496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390.000 so'm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6254496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345936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54496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345936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 · Oxford Press · CEFR C1/IELTS 7+ Ustoz · Bepul tadbirlar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INGLIZ TILI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&amp; Exam Preparation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56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IMPOSSIBLE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11480" y="1161288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IELTS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430.000 so'm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365760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 · Oxford Press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C1/IELTS 7+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Qiyin savollar · Ro'yhatdan o'tish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18688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18688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355848" y="1161288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CEFR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401568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0128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430.000 so'm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3310128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01568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10128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401568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 · Oxford Press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C1/IELTS 7+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Qiyin savollar · Ro'yhatdan o'tish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63056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00216" y="1161288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Intensive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45936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54496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650.000 so'm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6254496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345936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54496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345936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 · Oxford Press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C1/IELTS 7+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 · Qo'shimcha Ustoz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INGLIZ TILI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&amp; Individual Courses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56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IMPOSSIBLE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11480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Mini-guruh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(Intensive)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890.000 so'm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65760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Press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C1/IELTS 7+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18688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18688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355848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401568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0128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1.390.000+ so'm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310128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01568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10128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401568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Maxsus dastur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Press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C1/IELTS 7+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63056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00216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3-kunlik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345936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54496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890.000 so'm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6254496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345936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54496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345936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Maxsus dastur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Press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C1/IELTS 7+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 TILI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Language Courses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56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IMPOSSIBLE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11480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Muloqot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Darslari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350.000 so'm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365760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Maxsus so'zlashuv dasturi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18688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18688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355848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Guruhlar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401568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0128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350.000 so'm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3310128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01568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10128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401568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metodika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63056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00216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Intensive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345936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54496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650.000 so'm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6254496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345936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54496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345936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metodika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 TILI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&amp; Individual Courses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56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IMPOSSIBLE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11480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Mini-guruh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(Intensive)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790.000 so'm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65760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metodika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18688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18688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355848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401568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0128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1.390.000+ so'm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310128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01568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10128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401568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Maxsus dastur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darslar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63056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00216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3-kunlik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345936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54496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1.390.000+ so'm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6254496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345936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54496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345936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Maxsus dastur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darslar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ONA TILI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tili kurslari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56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IMPOSSIBLE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11480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Boshlang'ich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darajalar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350.000 so'm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365760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18688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18688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355848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Sertifikatga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tayyorlov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401568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0128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390.000 so'm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3310128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01568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10128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401568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metodika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63056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00216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Intensive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345936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54496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650.000 so'm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6254496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345936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54496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345936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metodika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ONA TILI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&amp; Individual Courses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56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IMPOSSIBLE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618488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18488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37560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3756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755648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Mini-guruh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(Intensive)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801368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09928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790.000 so'm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709928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801368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709928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801368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metodika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62856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62856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81928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700016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darslar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745736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54296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1.190.000+ so'm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4654296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745736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54296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745736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Maxsus dastur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darslar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MATEMATIKA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Courses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56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IMPOSSIBLE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11480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Boshlang'ich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darajalar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350.000 so'm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365760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tadbirlar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18688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18688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SAT/EXAM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355848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Sertifikat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 &amp; Milliy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401568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0128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390.000 so'm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3310128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01568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10128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401568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metodika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63056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00216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Intensive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345936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54496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650.000 so'm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6254496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345936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54496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345936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15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metodika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0000"/>
          </a:solidFill>
          <a:ln w="12700">
            <a:solidFill>
              <a:srgbClr val="5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914400"/>
            <a:ext cx="91440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"/>
            <a:ext cx="685800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MATEMATIKA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&amp; Individual Courses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256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spc="200" kern="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IMPOSSIBLE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93392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11480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Mini-guruh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(Intensive)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790.000 so'm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65760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5 kishi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metodika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18688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18688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355848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darslar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401568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0128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1.190.000+ so'm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310128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01568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10128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dars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401568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Maxsus dastur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darslar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63056" y="1051560"/>
            <a:ext cx="2724912" cy="3749040"/>
          </a:xfrm>
          <a:prstGeom prst="rect">
            <a:avLst/>
          </a:prstGeom>
          <a:solidFill>
            <a:srgbClr val="A50000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1051560"/>
            <a:ext cx="2724912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82128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00216" y="1161288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3-kun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345936" y="19202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54496" y="201168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790.000 so'm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6254496" y="2560320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oyiga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345936" y="2834640"/>
            <a:ext cx="2359152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54496" y="2926080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dars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345936" y="326440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daq · Maxsus dastur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darslar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darajali Ustoz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sertifikat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64592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7112" y="164592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4960620"/>
            <a:ext cx="45720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97112" y="4640580"/>
            <a:ext cx="18288" cy="320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365760"/>
            <a:ext cx="2560320" cy="2560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371600" y="3017520"/>
            <a:ext cx="64008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1272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IS IMPOSSIBLE</a:t>
            </a:r>
            <a:endParaRPr lang="en-US" sz="3600" dirty="0"/>
          </a:p>
        </p:txBody>
      </p:sp>
      <p:sp>
        <p:nvSpPr>
          <p:cNvPr id="15" name="Shape 12"/>
          <p:cNvSpPr/>
          <p:nvPr/>
        </p:nvSpPr>
        <p:spPr>
          <a:xfrm>
            <a:off x="1371600" y="3822192"/>
            <a:ext cx="6400800" cy="137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913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LEARNING CENTRE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Bizga qo'shiling va o'z imkoniyatlaringizni kashf eting!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Learning Centre</dc:title>
  <dc:subject>PptxGenJS Presentation</dc:subject>
  <dc:creator>PptxGenJS</dc:creator>
  <cp:lastModifiedBy>PptxGenJS</cp:lastModifiedBy>
  <cp:revision>1</cp:revision>
  <dcterms:created xsi:type="dcterms:W3CDTF">2026-05-20T07:07:52Z</dcterms:created>
  <dcterms:modified xsi:type="dcterms:W3CDTF">2026-05-20T07:07:52Z</dcterms:modified>
</cp:coreProperties>
</file>